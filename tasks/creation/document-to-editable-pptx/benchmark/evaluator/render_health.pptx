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d81df5f31e496e" /><Relationship Type="http://schemas.openxmlformats.org/officeDocument/2006/relationships/extended-properties" Target="/docProps/app.xml" Id="Rc5fb2f1fcc424cd4" /><Relationship Type="http://schemas.openxmlformats.org/officeDocument/2006/relationships/officeDocument" Target="/ppt/presentation.xml" Id="R5a7a6377508746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0186c924c643d6"/>
  </p:sldMasterIdLst>
  <p:notesMasterIdLst>
    <p:notesMasterId xmlns:r="http://schemas.openxmlformats.org/officeDocument/2006/relationships" r:id="R873a1c7ee7e34ba8"/>
  </p:notesMasterIdLst>
  <p:sldIdLst>
    <p:sldId xmlns:r="http://schemas.openxmlformats.org/officeDocument/2006/relationships" id="256" r:id="R5a21fba306a14cb3"/>
    <p:sldId xmlns:r="http://schemas.openxmlformats.org/officeDocument/2006/relationships" id="257" r:id="Rb28f0cb3fc304b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2d2214b35e4c15" /><Relationship Type="http://schemas.openxmlformats.org/officeDocument/2006/relationships/slideMaster" Target="/ppt/slideMasters/slideMaster1.xml" Id="R800186c924c643d6" /><Relationship Type="http://schemas.openxmlformats.org/officeDocument/2006/relationships/notesMaster" Target="/ppt/notesMasters/notesMaster1.xml" Id="R873a1c7ee7e34ba8" /><Relationship Type="http://schemas.openxmlformats.org/officeDocument/2006/relationships/presProps" Target="/ppt/presProps.xml" Id="R36cf288a817645a5" /><Relationship Type="http://schemas.openxmlformats.org/officeDocument/2006/relationships/tableStyles" Target="/ppt/tableStyles.xml" Id="R137600ced25c4cc8" /><Relationship Type="http://schemas.openxmlformats.org/officeDocument/2006/relationships/slide" Target="/ppt/slides/slide1.xml" Id="R5a21fba306a14cb3" /><Relationship Type="http://schemas.openxmlformats.org/officeDocument/2006/relationships/slide" Target="/ppt/slides/slide2.xml" Id="Rb28f0cb3fc304b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eaca76658d4b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7182abb7374a12" /><Relationship Type="http://schemas.openxmlformats.org/officeDocument/2006/relationships/notesMaster" Target="/ppt/notesMasters/notesMaster1.xml" Id="R2c6354a75d4e43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2962105a594705" /><Relationship Type="http://schemas.openxmlformats.org/officeDocument/2006/relationships/notesMaster" Target="/ppt/notesMasters/notesMaster1.xml" Id="Rd6165be736c243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Acceptance-only synthetic content, not benchmark performance or a factual external source. The low-contrast variant intentionally hides native text against its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source values: A=2, B=7, C=5. This editable chart deliberately remains the same in both readability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e4709201a4c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65db174c074859" /><Relationship Type="http://schemas.openxmlformats.org/officeDocument/2006/relationships/slideLayout" Target="/ppt/slideLayouts/slideLayout1.xml" Id="R590cfec7b4f24f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0cfec7b4f24f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5afeafe614b74" /><Relationship Type="http://schemas.openxmlformats.org/officeDocument/2006/relationships/notesSlide" Target="/ppt/notesSlides/notesSlide1.xml" Id="R8d2651731fec48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1c7f8d18e4b28" /><Relationship Type="http://schemas.openxmlformats.org/officeDocument/2006/relationships/chart" Target="/ppt/slides/charts/chart1.xml" Id="R64da5cbf80754163" /><Relationship Type="http://schemas.openxmlformats.org/officeDocument/2006/relationships/notesSlide" Target="/ppt/notesSlides/notesSlide2.xml" Id="Re41ead02c7924e2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Count</c:v>
          </c:tx>
          <c:spPr>
            <a:solidFill xmlns:a="http://schemas.openxmlformats.org/drawingml/2006/main">
              <a:srgbClr val="2868B2"/>
            </a:solidFill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182B4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B4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B4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4FD47-7370-4B51-8CE4-1B41D9D0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>
                <a:solidFill>
                  <a:srgbClr val="18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>
                <a:solidFill>
                  <a:srgbClr val="182B45"/>
                </a:solidFill>
                <a:latin typeface="Helvetica Neue"/>
                <a:ea typeface="Helvetica Neue"/>
                <a:cs typeface="Helvetica Neue"/>
              </a:rPr>
              <a:t>Synthetic evaluator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68C64-C5E7-4C83-A827-A4182DBA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>
                <a:solidFill>
                  <a:srgbClr val="18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>
                <a:solidFill>
                  <a:srgbClr val="182B45"/>
                </a:solidFill>
                <a:latin typeface="Helvetica Neue"/>
                <a:ea typeface="Helvetica Neue"/>
                <a:cs typeface="Helvetica Neue"/>
              </a:rPr>
              <a:t>Observation code 731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A5BA5-BA6C-4840-BD8D-9F5C1084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182B45"/>
                </a:solidFill>
                <a:latin typeface="Helvetica Neue"/>
                <a:ea typeface="Helvetica Neue"/>
                <a:cs typeface="Helvetica Neue"/>
              </a:rPr>
              <a:t>The next slide shows editable sample counts.</a:t>
            </a:r>
          </a:p>
        </p:txBody>
      </p:sp>
    </p:spTree>
    <p:extLst>
      <p:ext uri="{BB962C8B-B14F-4D97-AF65-F5344CB8AC3E}">
        <p14:creationId xmlns:p14="http://schemas.microsoft.com/office/powerpoint/2010/main" val="865002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30D85-2254-4BDE-A09A-A7D77B7F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18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182B45"/>
                </a:solidFill>
                <a:latin typeface="Helvetica Neue"/>
                <a:ea typeface="Helvetica Neue"/>
                <a:cs typeface="Helvetica Neue"/>
              </a:rPr>
              <a:t>Quarterly sample counts</a:t>
            </a:r>
          </a:p>
        </p:txBody>
      </p:sp>
      <p:graphicFrame>
        <p:nvGraphicFramePr>
          <p:cNvPr id="4" name="Chart"/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da5cbf80754163"/>
          </a:graphicData>
        </a:graphic>
      </p:graphicFrame>
    </p:spTree>
    <p:extLst>
      <p:ext uri="{BB962C8B-B14F-4D97-AF65-F5344CB8AC3E}">
        <p14:creationId xmlns:p14="http://schemas.microsoft.com/office/powerpoint/2010/main" val="15446586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2026-09-10T08:45:57.9640000Z</dcterms:created>
  <dcterms:modified xsi:type="dcterms:W3CDTF">2026-09-10T08:45:57.9640000Z</dcterms:modified>
</coreProperties>
</file>